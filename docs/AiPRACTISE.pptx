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1644" autoAdjust="0"/>
  </p:normalViewPr>
  <p:slideViewPr>
    <p:cSldViewPr snapToGrid="0">
      <p:cViewPr varScale="1">
        <p:scale>
          <a:sx n="116" d="100"/>
          <a:sy n="116" d="100"/>
        </p:scale>
        <p:origin x="4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CB42-EFA0-485C-BBA4-4E9A8F036048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EFBB9-62BC-4B16-A370-A723F64CC5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829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1. (A) An overview of the proposed 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AiPRACTISE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 featuring multiple iterations of deployment, validation, benchmarking, and fine-tuning of a multi-agent LLM environment hosting multiple courses; and (B) multiple iterations of course activities with TBL utilizing </a:t>
            </a:r>
            <a:r>
              <a:rPr lang="en-US" sz="120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iPRACTISE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chatbots, and LMS. TBL is an approach to education that integrates direct didactic instructions (e.g., large class lecturing) with more open, small-group-based assignments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(Michaelsen et al., 2002; Michaelsen &amp; Sweet, 2008;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Rotgans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al., 2018)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TBL-cycle consists of three phases: (1) a 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phase; (2) a 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readiness assurance phase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comprising iterations through an 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 readiness assurance test (</a:t>
            </a:r>
            <a:r>
              <a:rPr lang="en-US" sz="1200" b="1" i="1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iRAT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 readiness assurance test (</a:t>
            </a:r>
            <a:r>
              <a:rPr lang="en-US" sz="1200" b="1" i="1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tRAT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 questions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strengthen students’ understanding; and (3) an application phase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(Parmelee &amp; Michaelsen, 2010)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encourage students to apply what they have learned. 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Michaelsen, L. K., Knight, A., &amp; Fink, L. (2002).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Team-based learning: A transformative use of small groups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Michaelsen, L. K., &amp; Sweet, M. (2008). The essential elements of team-based learning.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Directions for Teaching and Learning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2008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(116), 7–27. https://doi.org/10.1002/tl.330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Parmelee, D., &amp; Michaelsen, L. K. (2010). Twelve tips for doing effective Team-Based Learning (TBL).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Medical Teacher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118–122.</a:t>
            </a:r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EFBB9-62BC-4B16-A370-A723F64CC59E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904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74DC-45B7-D163-03C8-CB1AAB80B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0B25F-6161-0F31-2311-AA274121F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893F-239E-511D-75F2-E7041B37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851FB-D641-B1E4-F1AB-6C87B274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BABD4-3F57-FCE6-04FA-B4C2853D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205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BD6D-C8CF-6B4D-238F-BAB27441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B1B8A-1359-C0D2-1F23-9511514CB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AF538-999C-43CA-D0DF-7A831013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96821-EAF1-7484-082C-D11CF15B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4C540-4CFC-C5F8-F1C9-47780F7A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3847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893E-CDE2-4A70-B230-30EE9474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F5ED0-2639-E90E-5285-9D2A51948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24F42-FE24-C107-118F-7BB57273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AD779-E6B5-6408-7815-A97E36FC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BCF5-BC6B-8F70-D5E9-77082739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3173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2081-001E-5507-1943-7351832E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6A6B-CA3F-0EEE-D098-CA5A48C3E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D915E-7EC5-4861-D605-5A017FBC2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6C875-9AA7-1FCE-2FDD-D120098E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34DDC-8BAB-08C2-3331-8974375B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D19D-FC3A-78C0-A2B8-55D62B5C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8867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702A-E3B0-0DB3-0C23-4B2031F2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2D5D7-8D34-C330-5907-C700B64FF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DCEA7-21F9-CEB6-882F-6DB3B3D69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13371-F8CD-2073-EE1F-2622B3B3D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07150-823F-B531-19FF-207BFDE87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2C0F8-07F3-3152-EF48-B2DD6AA5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6417C-359B-F266-76BC-77A668AB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BE7FDD-2757-8E56-2000-BF71535C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493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078C-DB50-24FE-2FAD-2EEEEB0F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02046-322B-1D64-AF54-CB1324E0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273BD-F515-F177-F293-DDCE4E3C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62200-FE50-F29F-2A18-3BA55D68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8009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FB5B-1CDC-575A-17C8-7BAB5792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AA51B-4CE1-400D-5966-78AEC2C3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589C8-00A7-7470-314F-28CA5799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848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62EE-ACC0-B70A-C3EA-C205E114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2602-F8BD-1937-C329-E962B76AC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A40BE-944A-9A3C-6887-F126457EA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E9FE2-7D96-8606-D027-7D5BA0F5F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07D13-594B-A2A8-F583-7A16E485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F0A22-999A-3882-70DB-A567588A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363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E6E3-9FDD-9409-6A3B-ACD56317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2D44D-EEE4-AAB1-0A3D-F23ED9382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E8DE8-4C78-3EB5-1E63-0CFEDB20F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09EF7-A5A0-A256-634B-089748C3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2D803-E006-4B07-D3AC-A1B98C7B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0A602-E850-1AF9-80E2-8A8C5B12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810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3133-F5F5-29F9-414E-8109054E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E964F-42E7-2EA0-C668-8B57AB50C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F3FB2-5328-D0D1-9358-ABC0C0D6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B0617-5D2A-4435-7E69-F44BB5B3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038FF-FBD8-20D1-B05E-2A1D1F87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6836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E45E0-DD48-5572-E980-535DB423D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686C2-E92A-559C-48D4-C4CE83B3B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8C390-477E-F352-9287-29DEEAF3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D0E49-CA3F-D1C0-8F84-C0ED1EE3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DF30C-C280-F503-2029-0CA60A14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569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DBEBA-ABAD-AD16-F1F7-501CB7C2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2AC3F-7BDE-2407-EBEE-55EF3EA59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8110F-EAF8-586F-D359-44D0E2E5D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38DD6-B005-470D-B9C0-8BB1C486CA53}" type="datetimeFigureOut">
              <a:rPr lang="en-MY" smtClean="0"/>
              <a:t>18/02/2026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9701B-81D7-BD0B-3498-7B5AC4B39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19043-B9AD-CAD9-AF49-22D763E5B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38759-A48A-4561-B2DB-2979D5F3C9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8908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practise.net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rawing">
            <a:extLst>
              <a:ext uri="{FF2B5EF4-FFF2-40B4-BE49-F238E27FC236}">
                <a16:creationId xmlns:a16="http://schemas.microsoft.com/office/drawing/2014/main" id="{EE75D505-129A-0F5D-A572-950CF28F1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88" y="490736"/>
            <a:ext cx="10408448" cy="6169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FBAE96-B94D-8E25-DC17-161F1E2C5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46" y="4765268"/>
            <a:ext cx="1956435" cy="7251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B53C4B-061A-FA3A-C5F2-71857EC66DA8}"/>
              </a:ext>
            </a:extLst>
          </p:cNvPr>
          <p:cNvSpPr txBox="1"/>
          <p:nvPr/>
        </p:nvSpPr>
        <p:spPr>
          <a:xfrm>
            <a:off x="9088332" y="5380672"/>
            <a:ext cx="32480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https://ipractise.net</a:t>
            </a:r>
            <a:endParaRPr lang="en-US" dirty="0"/>
          </a:p>
          <a:p>
            <a:r>
              <a:rPr lang="en-US" dirty="0"/>
              <a:t>Assessments (adaptive + traditional) and training resources on R, calculus, probability theory</a:t>
            </a:r>
            <a:endParaRPr lang="en-MY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9AE84-2372-3A52-9FE7-A3E360312AB2}"/>
              </a:ext>
            </a:extLst>
          </p:cNvPr>
          <p:cNvSpPr txBox="1"/>
          <p:nvPr/>
        </p:nvSpPr>
        <p:spPr>
          <a:xfrm>
            <a:off x="9088333" y="235936"/>
            <a:ext cx="2515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Chatbots to answer burning questions 24/7 and promote collaborative learning with team members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4795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307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Chow, Sy-Miin</dc:creator>
  <cp:lastModifiedBy>Beckman, Matthew D</cp:lastModifiedBy>
  <cp:revision>2</cp:revision>
  <dcterms:created xsi:type="dcterms:W3CDTF">2026-02-15T13:30:35Z</dcterms:created>
  <dcterms:modified xsi:type="dcterms:W3CDTF">2026-02-18T20:42:02Z</dcterms:modified>
</cp:coreProperties>
</file>